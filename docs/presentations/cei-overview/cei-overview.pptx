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1: the graph representation (comparison/standardized/clinical_graph_v2/graph.py). Typed nodes: patient, index visit, complaints, vitals, lab measurements/analytes, optional prior diagnoses. baseline_of / trajectory_of carry signed delta, elapsed hours and rate - a two-endpoint quantity a flat row cannot hold. Prior visits enter through visit membership of their measurements/diagnoses. The index diagnosis is the target, never an input. Directions: has_visit/index_visit_of and has_prior_diagnosis/recurrence_of are inverse pairs; co_complaint and comorbid_with are symmetric (tensorize.py lines 34-44). Forward view is the default (train.py ~213-219, 1046-1050) and is used by the core CEI v3 study (cei_v3_run.py ~210). Optional bidirectional mode adds rev:* edges for 9 relation types; only a bounded train/dev smoke (E6a) was run, so no reported result uses it. Caveat: temporal availability of several sources is assumed, not verified (temporal_clean=false); do not call the graph fully leakage-free. The figure is schematic and contains no patient records. No literature-novelty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2: CEI-GNN, a class-specific exact signed evidence decomposition of the diagnosis logit (methods/cei_gnn.py, cei_gnn_v2.py, cei_gnn_v3.py). Logit(class) = bias + normalised node + edge + within-visit pair + absence contributions. Nodes carry identity, type and numeric encoding; edges inspect both endpoints plus relation payload and are aggregated separately. PLE: train-fitted piecewise-linear encoding for lab/vital values, K=4 selected. Absence block means 'no recorded result at the index visit' - not a negative finding and not proof that a test was not ordered; missingness reflects the recording/care process. The decomposition is exact on logits, not probabilities. The method name CEI-GNN is used without an invented expansion. v3 uses the v2 additive pair mode; the multiplicative pair interaction did not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docs/cei-v3-delivery-2026-10-01.md and docs/cei-v3-evidence-2026-10-01.json (aggregate only). Cohort: max6 (patients with more than 6 total visits excluded), train-derived Top-10 classes; 10,000 train, 5,000 dev (selection), 5,000 screen visits, 4,254 validation. Seeds 1234/2025/7, patient-disjoint; key weighted_macro_f1 (patient-equal). Held-out test untouched. Screen seed means: CEI v3 C 0.6418, v2 A 0.6420, ProtGNN 0.6371, XGBoost 0.6371. No screen contrast passes the preregistered rule; v3 benefit over v2 not demonstrated. Validation second-look (opened after the inconclusive screen, no multiplicity correction, 3 seeds): C 0.6395 vs ProtGNN 0.6303, delta 0.0092 (95% CI 0.0024-0.0153); not a broad winner claim, and no XGBoost victory is claimed. A non-significant interval is not evidence of equivalence. GraphXAI: 500 screen visits / 498 subjects, 3 seeds; Grad and IG favour CEI on fidelity-minus and sparsity, not uniformly on fidelity-plus; native ProtGNN explanations unavailable. Faithfulness to the model, not clinical validity. Arm C absence share is about 1.7-1.8% of visits (row mean); arm B without absence is above C on screen, so no benefit of absence evidence is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A shared clinical graph, not a flat patient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One typed graph per decision-time visit: patient, visits, complaints, labs and vitals, with numeric change between earlier and index results kept on the edge. Saved as a reusable project asset.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901952"/>
            <a:ext cx="356616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929384"/>
            <a:ext cx="33832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Earlier visits (before decision 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3984" y="1901952"/>
            <a:ext cx="713232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929384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Index visit (decision time)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58384" y="2724912"/>
            <a:ext cx="0" cy="54864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98464" y="2359152"/>
            <a:ext cx="1371600" cy="10972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98464" y="3090672"/>
            <a:ext cx="1371600" cy="3657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8464" y="3456432"/>
            <a:ext cx="1371600" cy="45720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98464" y="3456432"/>
            <a:ext cx="1371600" cy="164592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93024" y="2542032"/>
            <a:ext cx="0" cy="365760"/>
          </a:xfrm>
          <a:prstGeom prst="line">
            <a:avLst/>
          </a:prstGeom>
          <a:ln w="19050">
            <a:solidFill>
              <a:srgbClr val="11111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193024" y="5285232"/>
            <a:ext cx="0" cy="4114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06624" y="3456432"/>
            <a:ext cx="2011680" cy="0"/>
          </a:xfrm>
          <a:prstGeom prst="line">
            <a:avLst/>
          </a:prstGeom>
          <a:ln w="19050">
            <a:solidFill>
              <a:srgbClr val="1111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92224" y="4325112"/>
            <a:ext cx="0" cy="5943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06624" y="5102352"/>
            <a:ext cx="4663440" cy="0"/>
          </a:xfrm>
          <a:prstGeom prst="line">
            <a:avLst/>
          </a:prstGeom>
          <a:ln w="3175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2224" y="5285232"/>
            <a:ext cx="0" cy="59436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2224" y="5879592"/>
            <a:ext cx="5577840" cy="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18304" y="23591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Patient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32735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Index visit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0064" y="21762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0064" y="290779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70064" y="373075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E1F2DE"/>
          </a:solidFill>
          <a:ln w="19050">
            <a:solidFill>
              <a:srgbClr val="3C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Vital sign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49194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Lab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569671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Analyte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" y="32735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diagnosis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" y="39593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" y="491947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22392" y="2898648"/>
            <a:ext cx="784189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has_visit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6152" y="2642616"/>
            <a:ext cx="1416222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reports_complaint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658" y="3557016"/>
            <a:ext cx="117921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observed_vital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3205" y="4251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measured_in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24328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co_complaint (both ways)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5394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7838" y="3209544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recurrence_of (optional)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526280"/>
            <a:ext cx="1100206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trajectory_of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7245" y="4837176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1">
                <a:solidFill>
                  <a:srgbClr val="0B7A75"/>
                </a:solidFill>
                <a:latin typeface="Arial"/>
              </a:rPr>
              <a:t>baseline_of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5211" y="5202936"/>
            <a:ext cx="2206264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Δ value, Δ time on the edge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2885" y="56235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Forward view in the core study; typed reverse edges are optional.  Schematic — not patient data.  Asset: docs/presentations/cei-overview/assets/clinical-graph.svg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CEI-GNN: a diagnosis score you can decompose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Each class score is an exact sum of signed evidence terms: positive supports the class, negative opposes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4825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Node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what each node is, its type and its numeric value (labs/vitals via PLE)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236829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83464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Edge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both endpoints plus relation payload, e.g. a rise since baseline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319125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65760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9417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Within-visit pair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additive pair terms inside one visit (v2 mode, kept in v3)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4014215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448056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1713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Absence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“No recorded result at the index visit”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483717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530352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Class bias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 per-class constant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566013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03720" y="2368296"/>
            <a:ext cx="0" cy="329184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03720" y="4014215"/>
            <a:ext cx="502920" cy="0"/>
          </a:xfrm>
          <a:prstGeom prst="line">
            <a:avLst/>
          </a:prstGeom>
          <a:ln w="3810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52360" y="3017520"/>
            <a:ext cx="4160520" cy="201168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3108960"/>
            <a:ext cx="3977639" cy="1828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rial"/>
              </a:rPr>
              <a:t>Class score (logit)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111111"/>
                </a:solidFill>
                <a:latin typeface="Arial"/>
              </a:rPr>
              <a:t>= bias + node + edge + pair + absence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55555"/>
                </a:solidFill>
                <a:latin typeface="Arial"/>
              </a:rPr>
              <a:t>Scores, not probabilities. One such decomposition per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920240"/>
            <a:ext cx="41605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111111"/>
                </a:solidFill>
                <a:latin typeface="Arial"/>
              </a:rPr>
              <a:t>Not a deep message-passing GNN: nodes and edges are scored and aggregated separately, so every term can be read 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212080"/>
            <a:ext cx="41605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Missing results reflect the recording and care process, not a negative finding or causal explanation.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PLE = piecewise-linear encoding of numeric values, fitted on training data (K = 4 selected). CEI v3 builds on the additive v2 pair mode; the multiplicative pair interaction was not successful.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What the evidence supports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>
                <a:solidFill>
                  <a:srgbClr val="555555"/>
                </a:solidFill>
                <a:latin typeface="Arial"/>
              </a:rPr>
              <a:t>Primary screen, macro-F1 (3-seed mean)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5760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solidFill>
                            <a:srgbClr val="FFFFFF"/>
                          </a:solidFill>
                          <a:latin typeface="Arial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11111"/>
                          </a:solidFill>
                          <a:latin typeface="Arial"/>
                        </a:rPr>
                        <a:t>CEI-GNN v3 (arm C)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solidFill>
                            <a:srgbClr val="111111"/>
                          </a:solidFill>
                          <a:latin typeface="Arial"/>
                        </a:rPr>
                        <a:t>0.6418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CEI-GNN v2 (arm A)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0.6420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ProtGNN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617720"/>
            <a:ext cx="57607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5486400" cy="10515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0B7A75"/>
                </a:solidFill>
                <a:latin typeface="Arial"/>
              </a:rPr>
              <a:t>No decisive screen gain yet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111"/>
                </a:solidFill>
                <a:latin typeface="Arial"/>
              </a:rPr>
              <a:t>No contrast passes the preregistered rule; v3 over v2: −0.0002, 95% CI [−0.0047, +0.0042].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280160"/>
            <a:ext cx="4937760" cy="4480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What we can say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11111"/>
                </a:solidFill>
                <a:latin typeface="Arial"/>
              </a:rPr>
              <a:t>Interpretable by construction. </a:t>
            </a:r>
            <a:r>
              <a:rPr sz="1800" b="0">
                <a:solidFill>
                  <a:srgbClr val="111111"/>
                </a:solidFill>
                <a:latin typeface="Arial"/>
              </a:rPr>
              <a:t>Every CEI score splits exactly into signed evidence terms.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11111"/>
                </a:solidFill>
                <a:latin typeface="Arial"/>
              </a:rPr>
              <a:t>Explanations are model-faithful, not clinical proof. </a:t>
            </a:r>
            <a:r>
              <a:rPr sz="1800" b="0">
                <a:solidFill>
                  <a:srgbClr val="111111"/>
                </a:solidFill>
                <a:latin typeface="Arial"/>
              </a:rPr>
              <a:t>Against Grad and IG on 500 screen visits, CEI is favoured on fidelity-minus and sparsity, not uniformly on fidelity-plus; ProtGNN has no native explanation to compare.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11111"/>
                </a:solidFill>
                <a:latin typeface="Arial"/>
              </a:rPr>
              <a:t>Accuracy is on par, not superior. </a:t>
            </a:r>
            <a:r>
              <a:rPr sz="1800" b="0">
                <a:solidFill>
                  <a:srgbClr val="111111"/>
                </a:solidFill>
                <a:latin typeface="Arial"/>
              </a:rPr>
              <a:t>Differences are within about 0.005; no winner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Max6 cohort, train-derived Top-10 classes; 10,000 train / 5,000 screen visits; seeds 1234, 2025, 7; patient-disjoint splits; rounded seed means. Held-out test never accessed.  Source: docs/cei-v3-evidence-2026-10-01.json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